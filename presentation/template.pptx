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8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FA8"/>
    <a:srgbClr val="087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E65A98-162B-8C57-FE02-DA3D907907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1123D-8EC0-C1B6-1160-62DCCDDF36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84AB1-3452-41D5-9BBB-3BAEF5AB899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890DC-3367-3871-674B-93E268EAEE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6C46A-80E2-A4DD-469C-F4591D68F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2B38A-BC81-482C-BCA7-19C20F102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06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8FF9F-1BF5-4123-9A23-02921708A83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12069-9100-411E-9588-33644A5F9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37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8DAE-CFEE-99C4-44A6-5A694DAA2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131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78F74-762E-9C27-82FD-5A8E77495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780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887CD-A8EA-B243-A004-166ECEDE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pic>
        <p:nvPicPr>
          <p:cNvPr id="8" name="Picture 7" descr="Cold-Formed Steel&#10;&#10;AI-generated content may be incorrect.">
            <a:extLst>
              <a:ext uri="{FF2B5EF4-FFF2-40B4-BE49-F238E27FC236}">
                <a16:creationId xmlns:a16="http://schemas.microsoft.com/office/drawing/2014/main" id="{73B50397-621F-0A90-DDDB-C8ABA2C91B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53" y="85726"/>
            <a:ext cx="7693247" cy="136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9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A81D-B27B-00BB-8666-8ABDB94A5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EA328-B6E2-56B9-C925-8132D1E99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52D08-6AAB-B37D-B3F2-C4A567DE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F7D3-2F37-B875-3792-6E81FD06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3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BAA8-D549-DA15-3960-CB6601BF7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0FF8C-757E-8682-94BF-3B2E95C1C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F156A-AEEA-994F-6B7D-E514FA0C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pic>
        <p:nvPicPr>
          <p:cNvPr id="8" name="Picture 7" descr="Cold-Formed Steel&#10;&#10;AI-generated content may be incorrect.">
            <a:extLst>
              <a:ext uri="{FF2B5EF4-FFF2-40B4-BE49-F238E27FC236}">
                <a16:creationId xmlns:a16="http://schemas.microsoft.com/office/drawing/2014/main" id="{E6DC0FBD-8622-85E9-79F2-EE1DFD1A40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00"/>
          <a:stretch>
            <a:fillRect/>
          </a:stretch>
        </p:blipFill>
        <p:spPr>
          <a:xfrm>
            <a:off x="193454" y="6174371"/>
            <a:ext cx="638396" cy="62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76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E79E-DD42-8033-0422-E2404A77F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57DFA-DA34-2F5A-BEFB-8DB21AA18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DE6C8-AB43-D605-EE47-D04BD18AE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11DAE-CA84-A9DC-73DC-35055A6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6E5FF-65DC-3E65-FAF8-0583EC19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6784-F3C3-0D34-D4B3-03B01CA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2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4B238-E20E-C0D9-CF85-0A23E79DE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2424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94CD5-61B6-DF3D-79DF-9ED69121D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46B3D-A775-B72C-B19C-CE664C515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C9E5F-D4B0-F22E-D068-4899346C3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A1DB9-7B13-3618-3D24-B6148E774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5EE39-1B24-1477-0254-C1D40106C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37AF6-C444-5728-4EF5-B8DC15DF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45EE5-F724-6E7D-4D1B-17267473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7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342EF-52C4-965D-D31E-3AC046CA1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16EB1-25B9-5DE5-A0CA-28C3A72C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A12E69-6A8C-9811-0F84-907E444C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CCAC9-C194-3672-CFBF-AADCF3F0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96204F-971A-A858-39B9-BFEA1ECF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C762C-A5BB-74F4-8F07-56FF6700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E6A67-9D15-A684-0785-5C2C46DD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A99B-CDAC-F97B-6661-A0D86AD8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50E7-70B9-8C06-F075-C531C9A57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046BC-305D-DFFF-CC88-2E5EDE518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9F122-7A63-C1BF-101A-AECE3FCF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C06BD-F27B-1E43-5781-4CBDBBBA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BD21A-05B9-B90D-C33C-8A3D7460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86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85F8-AAA6-4BFE-F641-4DDC7AEE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7D4A3-6A64-8AA7-E02E-EF0568DFA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40308" y="1307306"/>
            <a:ext cx="5824651" cy="45537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243B3-6413-8765-F2D9-0BB975133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72A27-C22B-275C-A52D-0A17EF87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469A3-9FDF-4A76-0D92-BF5D0A02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88D1-F4E1-6F2B-A826-62CE6819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93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8C19-62B4-5FB4-78E7-5AE04EC6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BA005-18D7-C0BB-6886-EA78ACA6A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52303-05A2-5C22-541A-A56644D4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9246B-5265-8668-CCF9-2A97D0310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6E939-34D8-14EC-B8B7-1A47D6E9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5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FF84B-41D3-5F49-9C4A-ED19DAB36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E7121-D71A-2DA6-F17A-B09E48271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F9895-0F1B-5962-6075-4A823CF2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4FA8A-C72B-5D45-5AA2-E833D6E1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9A72B-9065-DC28-86A8-C3EA612B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7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476D2-BFAB-9135-5836-EAD5441F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BF91F-AA9B-C34D-6D98-1780DFE33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413C0-59C8-A5AA-76AB-324794077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October 6-7,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28459-E482-B65C-5325-4996C291E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A16FD-DAE2-40DB-93E0-E6B4CFE92310}" type="slidenum">
              <a:rPr lang="en-US" smtClean="0"/>
              <a:pPr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8322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9D17-8B9E-67E9-5DA1-5817D2D43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DF5FE-4FD5-307B-1021-883EED239A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18118-11FA-5484-4780-665A3E669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October 6-7, 2026</a:t>
            </a:r>
          </a:p>
        </p:txBody>
      </p:sp>
    </p:spTree>
    <p:extLst>
      <p:ext uri="{BB962C8B-B14F-4D97-AF65-F5344CB8AC3E}">
        <p14:creationId xmlns:p14="http://schemas.microsoft.com/office/powerpoint/2010/main" val="259804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1C72-2243-5B1C-C9AF-70EA2618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EB31C-4A80-3FF4-48A4-EE4BDCE5C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E3D4C-85F6-4105-8591-88BBB9E4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6-7,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6E712-805A-EE64-45AF-F9610F86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16FD-DAE2-40DB-93E0-E6B4CFE9231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269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Sabrina L Bradshaw</dc:creator>
  <cp:lastModifiedBy>Sabrina L Bradshaw</cp:lastModifiedBy>
  <cp:revision>10</cp:revision>
  <dcterms:created xsi:type="dcterms:W3CDTF">2026-09-15T17:16:37Z</dcterms:created>
  <dcterms:modified xsi:type="dcterms:W3CDTF">2026-09-15T18:54:17Z</dcterms:modified>
</cp:coreProperties>
</file>